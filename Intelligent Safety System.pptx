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Override PartName="/ppt/slideLayouts/slideLayout2.xml" ContentType="application/vnd.openxmlformats-officedocument.presentationml.slideLayout+xml"/>
  <Override PartName="/ppt/slideLayouts/slideLayout3.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Default Extension="fntdata" ContentType="application/x-fontdata"/>
  <Override PartName="/ppt/slideLayouts/slideLayout1.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0.xml" ContentType="application/vnd.openxmlformats-officedocument.presentationml.slideLayout+xml"/>
  <Override PartName="/ppt/notesSlides/notesSlide6.xml" ContentType="application/vnd.openxmlformats-officedocument.presentationml.notesSlide+xml"/>
  <Override PartName="/ppt/notesSlides/notesSlide7.xml" ContentType="application/vnd.openxmlformats-officedocument.presentationml.notesSlide+xml"/>
  <Override PartName="/ppt/slides/slide7.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07" r:id="rId1"/>
  </p:sldMasterIdLst>
  <p:notesMasterIdLst>
    <p:notesMasterId r:id="rId9"/>
  </p:notesMasterIdLst>
  <p:sldIdLst>
    <p:sldId id="256" r:id="rId2"/>
    <p:sldId id="265" r:id="rId3"/>
    <p:sldId id="267" r:id="rId4"/>
    <p:sldId id="266" r:id="rId5"/>
    <p:sldId id="268" r:id="rId6"/>
    <p:sldId id="269" r:id="rId7"/>
    <p:sldId id="260" r:id="rId8"/>
  </p:sldIdLst>
  <p:sldSz cx="9144000" cy="5143500" type="screen16x9"/>
  <p:notesSz cx="6858000" cy="9144000"/>
  <p:embeddedFontLst>
    <p:embeddedFont>
      <p:font typeface="Lucida Sans Unicode" pitchFamily="34" charset="0"/>
      <p:regular r:id="rId10"/>
    </p:embeddedFont>
    <p:embeddedFont>
      <p:font typeface="Wingdings 3" pitchFamily="18" charset="2"/>
      <p:regular r:id="rId11"/>
    </p:embeddedFont>
    <p:embeddedFont>
      <p:font typeface="Open Sans" charset="0"/>
      <p:regular r:id="rId12"/>
      <p:bold r:id="rId13"/>
      <p:italic r:id="rId14"/>
      <p:boldItalic r:id="rId15"/>
    </p:embeddedFont>
    <p:embeddedFont>
      <p:font typeface="Verdana" pitchFamily="34" charset="0"/>
      <p:regular r:id="rId16"/>
      <p:bold r:id="rId17"/>
      <p:italic r:id="rId18"/>
      <p:boldItalic r:id="rId19"/>
    </p:embeddedFont>
    <p:embeddedFont>
      <p:font typeface="Wingdings 2" pitchFamily="18" charset="2"/>
      <p:regular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786" y="-96"/>
      </p:cViewPr>
      <p:guideLst>
        <p:guide orient="horz" pos="162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font" Target="fonts/font7.fntdata"/><Relationship Id="rId20"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6.fntdata"/><Relationship Id="rId23" Type="http://schemas.openxmlformats.org/officeDocument/2006/relationships/theme" Target="theme/theme1.xml"/><Relationship Id="rId10" Type="http://schemas.openxmlformats.org/officeDocument/2006/relationships/font" Target="fonts/font1.fntdata"/><Relationship Id="rId19"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5075482ef3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5075482ef3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5075482ef3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5075482ef3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5075482ef3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5075482ef3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5075482ef3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5075482ef3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5075482ef3_0_1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5075482ef3_0_1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5075482ef3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5075482ef3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ight Triangle 9"/>
          <p:cNvSpPr/>
          <p:nvPr/>
        </p:nvSpPr>
        <p:spPr>
          <a:xfrm>
            <a:off x="-2" y="3498110"/>
            <a:ext cx="9151089"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Title 8"/>
          <p:cNvSpPr>
            <a:spLocks noGrp="1"/>
          </p:cNvSpPr>
          <p:nvPr>
            <p:ph type="ctrTitle"/>
          </p:nvPr>
        </p:nvSpPr>
        <p:spPr>
          <a:xfrm>
            <a:off x="685800" y="1314451"/>
            <a:ext cx="7772400" cy="137232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17" name="Subtitle 16"/>
          <p:cNvSpPr>
            <a:spLocks noGrp="1"/>
          </p:cNvSpPr>
          <p:nvPr>
            <p:ph type="subTitle" idx="1"/>
          </p:nvPr>
        </p:nvSpPr>
        <p:spPr>
          <a:xfrm>
            <a:off x="685800" y="2708705"/>
            <a:ext cx="7772400" cy="899778"/>
          </a:xfrm>
        </p:spPr>
        <p:txBody>
          <a:bodyPr lIns="45720" rIns="45720"/>
          <a:lstStyle>
            <a:lvl1pPr marL="0" marR="64008" indent="0" algn="r">
              <a:buNone/>
              <a:defRPr>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smtClean="0"/>
              <a:t>Click to edit Master subtitle style</a:t>
            </a:r>
            <a:endParaRPr kumimoji="0" lang="en-US"/>
          </a:p>
        </p:txBody>
      </p:sp>
      <p:grpSp>
        <p:nvGrpSpPr>
          <p:cNvPr id="2" name="Group 1"/>
          <p:cNvGrpSpPr/>
          <p:nvPr/>
        </p:nvGrpSpPr>
        <p:grpSpPr>
          <a:xfrm>
            <a:off x="-3765" y="3714750"/>
            <a:ext cx="9147765" cy="1434066"/>
            <a:chOff x="-3765" y="4832896"/>
            <a:chExt cx="9147765" cy="2032192"/>
          </a:xfrm>
        </p:grpSpPr>
        <p:sp>
          <p:nvSpPr>
            <p:cNvPr id="7" name="Freeform 6"/>
            <p:cNvSpPr>
              <a:spLocks/>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8" name="Freeform 7"/>
            <p:cNvSpPr>
              <a:spLocks/>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1" name="Freeform 10"/>
            <p:cNvSpPr>
              <a:spLocks/>
            </p:cNvSpPr>
            <p:nvPr/>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2" name="Straight Connector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Date Placeholder 29"/>
          <p:cNvSpPr>
            <a:spLocks noGrp="1"/>
          </p:cNvSpPr>
          <p:nvPr>
            <p:ph type="dt" sz="half" idx="10"/>
          </p:nvPr>
        </p:nvSpPr>
        <p:spPr/>
        <p:txBody>
          <a:bodyPr/>
          <a:lstStyle>
            <a:lvl1pPr>
              <a:defRPr>
                <a:solidFill>
                  <a:srgbClr val="FFFFFF"/>
                </a:solidFill>
              </a:defRPr>
            </a:lvl1pPr>
            <a:extLst/>
          </a:lstStyle>
          <a:p>
            <a:fld id="{C427D792-D507-4782-B694-DF0720701EE7}" type="datetimeFigureOut">
              <a:rPr lang="en-US" smtClean="0"/>
              <a:pPr/>
              <a:t>2/26/2019</a:t>
            </a:fld>
            <a:endParaRPr lang="en-US"/>
          </a:p>
        </p:txBody>
      </p:sp>
      <p:sp>
        <p:nvSpPr>
          <p:cNvPr id="19" name="Footer Placeholder 18"/>
          <p:cNvSpPr>
            <a:spLocks noGrp="1"/>
          </p:cNvSpPr>
          <p:nvPr>
            <p:ph type="ftr" sz="quarter" idx="11"/>
          </p:nvPr>
        </p:nvSpPr>
        <p:spPr/>
        <p:txBody>
          <a:bodyPr/>
          <a:lstStyle>
            <a:lvl1pPr>
              <a:defRPr>
                <a:solidFill>
                  <a:schemeClr val="accent1">
                    <a:tint val="20000"/>
                  </a:schemeClr>
                </a:solidFill>
              </a:defRPr>
            </a:lvl1pPr>
            <a:extLst/>
          </a:lstStyle>
          <a:p>
            <a:endParaRPr lang="en-US"/>
          </a:p>
        </p:txBody>
      </p:sp>
      <p:sp>
        <p:nvSpPr>
          <p:cNvPr id="27" name="Slide Number Placeholder 26"/>
          <p:cNvSpPr>
            <a:spLocks noGrp="1"/>
          </p:cNvSpPr>
          <p:nvPr>
            <p:ph type="sldNum" sz="quarter" idx="12"/>
          </p:nvPr>
        </p:nvSpPr>
        <p:spPr/>
        <p:txBody>
          <a:bodyPr/>
          <a:lstStyle>
            <a:lvl1pPr>
              <a:defRPr>
                <a:solidFill>
                  <a:srgbClr val="FFFFFF"/>
                </a:solidFill>
              </a:defRPr>
            </a:lvl1pPr>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
        <p:nvSpPr>
          <p:cNvPr id="7" name="Title 6"/>
          <p:cNvSpPr>
            <a:spLocks noGrp="1"/>
          </p:cNvSpPr>
          <p:nvPr>
            <p:ph type="title"/>
          </p:nvPr>
        </p:nvSpPr>
        <p:spPr/>
        <p:txBody>
          <a:bodyPr rtlCol="0"/>
          <a:lstStyle>
            <a:extLst/>
          </a:lstStyle>
          <a:p>
            <a:r>
              <a:rPr kumimoji="0" lang="en-US" smtClean="0"/>
              <a:t>Click to edit Master title style</a:t>
            </a:r>
            <a:endParaRPr kumimoji="0" 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76" y="794784"/>
            <a:ext cx="7772400" cy="13716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3922713" y="2198784"/>
            <a:ext cx="4572000" cy="1091166"/>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
        <p:nvSpPr>
          <p:cNvPr id="7" name="Chevron 6"/>
          <p:cNvSpPr/>
          <p:nvPr/>
        </p:nvSpPr>
        <p:spPr>
          <a:xfrm>
            <a:off x="3636680" y="2254104"/>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8" name="Chevron 7"/>
          <p:cNvSpPr/>
          <p:nvPr/>
        </p:nvSpPr>
        <p:spPr>
          <a:xfrm>
            <a:off x="3450264" y="2254104"/>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Ref idx="1002">
        <a:schemeClr val="bg1"/>
      </p:bgRef>
    </p:bg>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57200" y="1110997"/>
            <a:ext cx="4038600" cy="3394472"/>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648200" y="1110997"/>
            <a:ext cx="4038600" cy="3394472"/>
          </a:xfrm>
        </p:spPr>
        <p:txBody>
          <a:bodyPr/>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
        <p:nvSpPr>
          <p:cNvPr id="8" name="Title 7"/>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204788"/>
            <a:ext cx="8229600" cy="857250"/>
          </a:xfrm>
        </p:spPr>
        <p:txBody>
          <a:bodyPr anchor="ctr"/>
          <a:lstStyle>
            <a:lvl1pPr>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4057650"/>
            <a:ext cx="4040188" cy="5715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45027" y="4057650"/>
            <a:ext cx="4041775" cy="5715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1083221"/>
            <a:ext cx="4040188" cy="2956322"/>
          </a:xfrm>
          <a:ln>
            <a:noFill/>
            <a:prstDash val="sysDash"/>
            <a:miter lim="800000"/>
          </a:ln>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45026" y="1083221"/>
            <a:ext cx="4041775" cy="2956322"/>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8" name="Footer Placeholder 7"/>
          <p:cNvSpPr>
            <a:spLocks noGrp="1"/>
          </p:cNvSpPr>
          <p:nvPr>
            <p:ph type="ftr" sz="quarter" idx="11"/>
          </p:nvPr>
        </p:nvSpPr>
        <p:spPr/>
        <p:txBody>
          <a:bodyPr/>
          <a:lstStyle>
            <a:extLst/>
          </a:lstStyle>
          <a:p>
            <a:endParaRPr lang="en-US"/>
          </a:p>
        </p:txBody>
      </p:sp>
      <p:sp>
        <p:nvSpPr>
          <p:cNvPr id="9" name="Slide Number Placeholder 8"/>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overrideClrMapping bg1="lt1" tx1="dk1" bg2="lt2" tx2="dk2" accent1="accent1" accent2="accent2" accent3="accent3" accent4="accent4" accent5="accent5" accent6="accent6" hlink="hlink" folHlink="folHlink"/>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Ref idx="1002">
        <a:schemeClr val="bg1"/>
      </p:bgRef>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4" name="Footer Placeholder 3"/>
          <p:cNvSpPr>
            <a:spLocks noGrp="1"/>
          </p:cNvSpPr>
          <p:nvPr>
            <p:ph type="ftr" sz="quarter" idx="11"/>
          </p:nvPr>
        </p:nvSpPr>
        <p:spPr/>
        <p:txBody>
          <a:bodyPr/>
          <a:lstStyle>
            <a:extLst/>
          </a:lstStyle>
          <a:p>
            <a:endParaRPr lang="en-US"/>
          </a:p>
        </p:txBody>
      </p:sp>
      <p:sp>
        <p:nvSpPr>
          <p:cNvPr id="5" name="Slide Number Placeholder 4"/>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
        <p:nvSpPr>
          <p:cNvPr id="6" name="Title 5"/>
          <p:cNvSpPr>
            <a:spLocks noGrp="1"/>
          </p:cNvSpPr>
          <p:nvPr>
            <p:ph type="title"/>
          </p:nvPr>
        </p:nvSpPr>
        <p:spPr/>
        <p:txBody>
          <a:bodyPr rtlCol="0"/>
          <a:lstStyle>
            <a:extLst/>
          </a:lstStyle>
          <a:p>
            <a:r>
              <a:rPr kumimoji="0" lang="en-US" smtClean="0"/>
              <a:t>Click to edit Master title style</a:t>
            </a:r>
            <a:endParaRPr kumimoji="0" lang="en-US"/>
          </a:p>
        </p:txBody>
      </p:sp>
    </p:spTree>
  </p:cSld>
  <p:clrMapOvr>
    <a:overrideClrMapping bg1="dk1" tx1="lt1" bg2="dk2" tx2="lt2" accent1="accent1" accent2="accent2" accent3="accent3" accent4="accent4" accent5="accent5" accent6="accent6" hlink="hlink" folHlink="folHlink"/>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3" name="Footer Placeholder 2"/>
          <p:cNvSpPr>
            <a:spLocks noGrp="1"/>
          </p:cNvSpPr>
          <p:nvPr>
            <p:ph type="ftr" sz="quarter" idx="11"/>
          </p:nvPr>
        </p:nvSpPr>
        <p:spPr/>
        <p:txBody>
          <a:bodyPr/>
          <a:lstStyle>
            <a:extLst/>
          </a:lstStyle>
          <a:p>
            <a:endParaRPr lang="en-US"/>
          </a:p>
        </p:txBody>
      </p:sp>
      <p:sp>
        <p:nvSpPr>
          <p:cNvPr id="4" name="Slide Number Placeholder 3"/>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Ref idx="1003">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914400" y="3657600"/>
            <a:ext cx="7481776" cy="342900"/>
          </a:xfrm>
        </p:spPr>
        <p:txBody>
          <a:bodyPr vert="horz" anchor="t">
            <a:noAutofit/>
            <a:sp3d prstMaterial="softEdge">
              <a:bevelT w="0" h="0"/>
            </a:sp3d>
          </a:bodyPr>
          <a:lstStyle>
            <a:lvl1pPr algn="r">
              <a:buNone/>
              <a:defRPr sz="2500" b="0">
                <a:solidFill>
                  <a:schemeClr val="accent1"/>
                </a:solidFill>
                <a:effectLst/>
              </a:defRPr>
            </a:lvl1pPr>
            <a:extLst/>
          </a:lstStyle>
          <a:p>
            <a:r>
              <a:rPr kumimoji="0" lang="en-US" smtClean="0"/>
              <a:t>Click to edit Master title style</a:t>
            </a:r>
            <a:endParaRPr kumimoji="0" lang="en-US"/>
          </a:p>
        </p:txBody>
      </p:sp>
      <p:sp>
        <p:nvSpPr>
          <p:cNvPr id="3" name="Text Placeholder 2"/>
          <p:cNvSpPr>
            <a:spLocks noGrp="1"/>
          </p:cNvSpPr>
          <p:nvPr>
            <p:ph type="body" idx="2"/>
          </p:nvPr>
        </p:nvSpPr>
        <p:spPr>
          <a:xfrm>
            <a:off x="4419600" y="4016327"/>
            <a:ext cx="3974592" cy="685800"/>
          </a:xfrm>
        </p:spPr>
        <p:txBody>
          <a:bodyPr/>
          <a:lstStyle>
            <a:lvl1pPr marL="0" indent="0" algn="r">
              <a:buNone/>
              <a:defRPr sz="1600"/>
            </a:lvl1pPr>
            <a:lvl2pPr>
              <a:buNone/>
              <a:defRPr sz="1200"/>
            </a:lvl2pPr>
            <a:lvl3pPr>
              <a:buNone/>
              <a:defRPr sz="1000"/>
            </a:lvl3pPr>
            <a:lvl4pPr>
              <a:buNone/>
              <a:defRPr sz="900"/>
            </a:lvl4pPr>
            <a:lvl5pPr>
              <a:buNone/>
              <a:defRPr sz="900"/>
            </a:lvl5pPr>
            <a:extLst/>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914400" y="205740"/>
            <a:ext cx="7479792" cy="3429000"/>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a:xfrm>
            <a:off x="6727032" y="4805958"/>
            <a:ext cx="1920240" cy="274320"/>
          </a:xfrm>
        </p:spPr>
        <p:txBody>
          <a:bodyPr/>
          <a:lstStyle>
            <a:extLst/>
          </a:lstStyle>
          <a:p>
            <a:fld id="{C427D792-D507-4782-B694-DF0720701EE7}" type="datetimeFigureOut">
              <a:rPr lang="en-US" smtClean="0"/>
              <a:pPr/>
              <a:t>2/26/2019</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overrideClrMapping bg1="lt1" tx1="dk1" bg2="lt2" tx2="dk2" accent1="accent1" accent2="accent2" accent3="accent3" accent4="accent4" accent5="accent5" accent6="accent6" hlink="hlink" folHlink="folHlink"/>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2">
        <a:schemeClr val="bg1"/>
      </p:bgRef>
    </p:bg>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1141232" y="4082552"/>
            <a:ext cx="7162800" cy="486174"/>
          </a:xfrm>
          <a:noFill/>
        </p:spPr>
        <p:txBody>
          <a:bodyPr lIns="91440" tIns="0" rIns="91440" anchor="t"/>
          <a:lstStyle>
            <a:lvl1pPr marL="0" marR="18288" indent="0" algn="r">
              <a:buNone/>
              <a:defRPr sz="1400"/>
            </a:lvl1pPr>
            <a:lvl2pPr>
              <a:defRPr sz="1200"/>
            </a:lvl2pPr>
            <a:lvl3pPr>
              <a:defRPr sz="1000"/>
            </a:lvl3pPr>
            <a:lvl4pPr>
              <a:defRPr sz="900"/>
            </a:lvl4pPr>
            <a:lvl5pPr>
              <a:defRPr sz="900"/>
            </a:lvl5pPr>
            <a:extLst/>
          </a:lstStyle>
          <a:p>
            <a:pPr lvl="0" eaLnBrk="1" latinLnBrk="0" hangingPunct="1"/>
            <a:r>
              <a:rPr kumimoji="0" lang="en-US" smtClean="0"/>
              <a:t>Click to edit Master text styles</a:t>
            </a:r>
          </a:p>
        </p:txBody>
      </p:sp>
      <p:sp>
        <p:nvSpPr>
          <p:cNvPr id="3" name="Picture Placeholder 2"/>
          <p:cNvSpPr>
            <a:spLocks noGrp="1"/>
          </p:cNvSpPr>
          <p:nvPr>
            <p:ph type="pic" idx="1"/>
          </p:nvPr>
        </p:nvSpPr>
        <p:spPr>
          <a:xfrm>
            <a:off x="228600" y="142476"/>
            <a:ext cx="8686800" cy="329184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extLst/>
          </a:lstStyle>
          <a:p>
            <a:r>
              <a:rPr kumimoji="0" lang="en-US" smtClean="0"/>
              <a:t>Click icon to add picture</a:t>
            </a:r>
            <a:endParaRPr kumimoji="0" lang="en-US" dirty="0"/>
          </a:p>
        </p:txBody>
      </p:sp>
      <p:sp>
        <p:nvSpPr>
          <p:cNvPr id="5" name="Date Placeholder 4"/>
          <p:cNvSpPr>
            <a:spLocks noGrp="1"/>
          </p:cNvSpPr>
          <p:nvPr>
            <p:ph type="dt" sz="half" idx="10"/>
          </p:nvPr>
        </p:nvSpPr>
        <p:spPr/>
        <p:txBody>
          <a:bodyPr/>
          <a:lstStyle>
            <a:lvl1pPr>
              <a:defRPr>
                <a:solidFill>
                  <a:schemeClr val="tx1"/>
                </a:solidFill>
              </a:defRPr>
            </a:lvl1pPr>
            <a:extLst/>
          </a:lstStyle>
          <a:p>
            <a:fld id="{C427D792-D507-4782-B694-DF0720701EE7}" type="datetimeFigureOut">
              <a:rPr lang="en-US" smtClean="0"/>
              <a:pPr/>
              <a:t>2/26/2019</a:t>
            </a:fld>
            <a:endParaRPr lang="en-US"/>
          </a:p>
        </p:txBody>
      </p:sp>
      <p:sp>
        <p:nvSpPr>
          <p:cNvPr id="6" name="Footer Placeholder 5"/>
          <p:cNvSpPr>
            <a:spLocks noGrp="1"/>
          </p:cNvSpPr>
          <p:nvPr>
            <p:ph type="ftr" sz="quarter" idx="11"/>
          </p:nvPr>
        </p:nvSpPr>
        <p:spPr>
          <a:xfrm>
            <a:off x="4380073" y="4805958"/>
            <a:ext cx="2350681" cy="273844"/>
          </a:xfrm>
        </p:spPr>
        <p:txBody>
          <a:bodyPr/>
          <a:lstStyle>
            <a:lvl1pPr>
              <a:defRPr>
                <a:solidFill>
                  <a:schemeClr val="tx1"/>
                </a:solidFill>
              </a:defRPr>
            </a:lvl1pPr>
            <a:extLst/>
          </a:lstStyle>
          <a:p>
            <a:endParaRPr lang="en-US"/>
          </a:p>
        </p:txBody>
      </p:sp>
      <p:sp>
        <p:nvSpPr>
          <p:cNvPr id="7" name="Slide Number Placeholder 6"/>
          <p:cNvSpPr>
            <a:spLocks noGrp="1"/>
          </p:cNvSpPr>
          <p:nvPr>
            <p:ph type="sldNum" sz="quarter" idx="12"/>
          </p:nvPr>
        </p:nvSpPr>
        <p:spPr/>
        <p:txBody>
          <a:bodyPr/>
          <a:lstStyle>
            <a:lvl1pPr>
              <a:defRPr>
                <a:solidFill>
                  <a:schemeClr val="tx1"/>
                </a:solidFill>
              </a:defRPr>
            </a:lvl1pPr>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
        <p:nvSpPr>
          <p:cNvPr id="2" name="Title 1"/>
          <p:cNvSpPr>
            <a:spLocks noGrp="1"/>
          </p:cNvSpPr>
          <p:nvPr>
            <p:ph type="title"/>
          </p:nvPr>
        </p:nvSpPr>
        <p:spPr>
          <a:xfrm>
            <a:off x="228600" y="3648842"/>
            <a:ext cx="8075432" cy="422004"/>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extLst/>
          </a:lstStyle>
          <a:p>
            <a:r>
              <a:rPr kumimoji="0" lang="en-US" smtClean="0"/>
              <a:t>Click to edit Master title style</a:t>
            </a:r>
            <a:endParaRPr kumimoji="0" lang="en-US"/>
          </a:p>
        </p:txBody>
      </p:sp>
      <p:sp>
        <p:nvSpPr>
          <p:cNvPr id="8" name="Freeform 7"/>
          <p:cNvSpPr>
            <a:spLocks/>
          </p:cNvSpPr>
          <p:nvPr/>
        </p:nvSpPr>
        <p:spPr bwMode="auto">
          <a:xfrm>
            <a:off x="499273" y="4458702"/>
            <a:ext cx="4940624" cy="690807"/>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9" name="Freeform 8"/>
          <p:cNvSpPr>
            <a:spLocks/>
          </p:cNvSpPr>
          <p:nvPr/>
        </p:nvSpPr>
        <p:spPr bwMode="auto">
          <a:xfrm>
            <a:off x="485717" y="4454258"/>
            <a:ext cx="3690451" cy="700088"/>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0" name="Right Triangle 9"/>
          <p:cNvSpPr>
            <a:spLocks/>
          </p:cNvSpPr>
          <p:nvPr/>
        </p:nvSpPr>
        <p:spPr bwMode="auto">
          <a:xfrm>
            <a:off x="-6042" y="4343440"/>
            <a:ext cx="3402314" cy="810651"/>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1" name="Straight Connector 10"/>
          <p:cNvCxnSpPr/>
          <p:nvPr/>
        </p:nvCxnSpPr>
        <p:spPr>
          <a:xfrm>
            <a:off x="-9237" y="4340804"/>
            <a:ext cx="3405509" cy="813287"/>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Chevron 11"/>
          <p:cNvSpPr/>
          <p:nvPr/>
        </p:nvSpPr>
        <p:spPr>
          <a:xfrm>
            <a:off x="8664112" y="3741330"/>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
        <p:nvSpPr>
          <p:cNvPr id="13" name="Chevron 12"/>
          <p:cNvSpPr/>
          <p:nvPr/>
        </p:nvSpPr>
        <p:spPr>
          <a:xfrm>
            <a:off x="8477696" y="3741330"/>
            <a:ext cx="182880" cy="17145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extLst/>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1110997"/>
            <a:ext cx="8229600" cy="3289553"/>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44013" y="205980"/>
            <a:ext cx="1777470" cy="4194571"/>
          </a:xfrm>
        </p:spPr>
        <p:txBody>
          <a:bodyPr vert="eaVert"/>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05981"/>
            <a:ext cx="6324600" cy="4194570"/>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C427D792-D507-4782-B694-DF0720701EE7}" type="datetimeFigureOut">
              <a:rPr lang="en-US" smtClean="0"/>
              <a:pPr/>
              <a:t>2/26/2019</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1"/>
        <p:cNvGrpSpPr/>
        <p:nvPr/>
      </p:nvGrpSpPr>
      <p:grpSpPr>
        <a:xfrm>
          <a:off x="0" y="0"/>
          <a:ext cx="0" cy="0"/>
          <a:chOff x="0" y="0"/>
          <a:chExt cx="0" cy="0"/>
        </a:xfrm>
      </p:grpSpPr>
      <p:sp>
        <p:nvSpPr>
          <p:cNvPr id="45" name="Google Shape;45;p4"/>
          <p:cNvSpPr txBox="1">
            <a:spLocks noGrp="1"/>
          </p:cNvSpPr>
          <p:nvPr>
            <p:ph type="title"/>
          </p:nvPr>
        </p:nvSpPr>
        <p:spPr>
          <a:xfrm>
            <a:off x="1297500" y="393750"/>
            <a:ext cx="7038900" cy="914100"/>
          </a:xfrm>
          <a:prstGeom prst="rect">
            <a:avLst/>
          </a:prstGeom>
        </p:spPr>
        <p:txBody>
          <a:bodyPr spcFirstLastPara="1" wrap="square" lIns="91425" tIns="91425" rIns="91425" bIns="91425" anchor="t"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6" name="Google Shape;46;p4"/>
          <p:cNvSpPr txBox="1">
            <a:spLocks noGrp="1"/>
          </p:cNvSpPr>
          <p:nvPr>
            <p:ph type="body" idx="1"/>
          </p:nvPr>
        </p:nvSpPr>
        <p:spPr>
          <a:xfrm>
            <a:off x="1297500" y="1567550"/>
            <a:ext cx="7038900" cy="29112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47" name="Google Shape;4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Freeform 12"/>
          <p:cNvSpPr>
            <a:spLocks/>
          </p:cNvSpPr>
          <p:nvPr/>
        </p:nvSpPr>
        <p:spPr bwMode="auto">
          <a:xfrm>
            <a:off x="499273" y="4458702"/>
            <a:ext cx="4940624" cy="690807"/>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Freeform 11"/>
          <p:cNvSpPr>
            <a:spLocks/>
          </p:cNvSpPr>
          <p:nvPr/>
        </p:nvSpPr>
        <p:spPr bwMode="auto">
          <a:xfrm>
            <a:off x="485717" y="4454258"/>
            <a:ext cx="3690451" cy="700088"/>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extLst/>
          </a:lstStyle>
          <a:p>
            <a:endParaRPr kumimoji="0" lang="en-US"/>
          </a:p>
        </p:txBody>
      </p:sp>
      <p:sp>
        <p:nvSpPr>
          <p:cNvPr id="14" name="Right Triangle 13"/>
          <p:cNvSpPr>
            <a:spLocks/>
          </p:cNvSpPr>
          <p:nvPr/>
        </p:nvSpPr>
        <p:spPr bwMode="auto">
          <a:xfrm>
            <a:off x="-6042" y="4343440"/>
            <a:ext cx="3402314" cy="810651"/>
          </a:xfrm>
          <a:prstGeom prst="rtTriangle">
            <a:avLst/>
          </a:prstGeom>
          <a:blipFill>
            <a:blip r:embed="rId14">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extLst/>
          </a:lstStyle>
          <a:p>
            <a:pPr algn="ctr" eaLnBrk="1" latinLnBrk="0" hangingPunct="1"/>
            <a:endParaRPr kumimoji="0" lang="en-US"/>
          </a:p>
        </p:txBody>
      </p:sp>
      <p:cxnSp>
        <p:nvCxnSpPr>
          <p:cNvPr id="15" name="Straight Connector 14"/>
          <p:cNvCxnSpPr/>
          <p:nvPr/>
        </p:nvCxnSpPr>
        <p:spPr>
          <a:xfrm>
            <a:off x="-9237" y="4340804"/>
            <a:ext cx="3405509" cy="813287"/>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Title Placeholder 8"/>
          <p:cNvSpPr>
            <a:spLocks noGrp="1"/>
          </p:cNvSpPr>
          <p:nvPr>
            <p:ph type="title"/>
          </p:nvPr>
        </p:nvSpPr>
        <p:spPr>
          <a:xfrm>
            <a:off x="457200" y="205979"/>
            <a:ext cx="8229600" cy="857250"/>
          </a:xfrm>
          <a:prstGeom prst="rect">
            <a:avLst/>
          </a:prstGeom>
        </p:spPr>
        <p:txBody>
          <a:bodyPr vert="horz" anchor="ctr">
            <a:normAutofit/>
            <a:scene3d>
              <a:camera prst="orthographicFront"/>
              <a:lightRig rig="soft" dir="t"/>
            </a:scene3d>
            <a:sp3d prstMaterial="softEdge">
              <a:bevelT w="25400" h="25400"/>
            </a:sp3d>
          </a:bodyPr>
          <a:lstStyle>
            <a:extLst/>
          </a:lstStyle>
          <a:p>
            <a:r>
              <a:rPr kumimoji="0" lang="en-US" smtClean="0"/>
              <a:t>Click to edit Master title style</a:t>
            </a:r>
            <a:endParaRPr kumimoji="0" lang="en-US"/>
          </a:p>
        </p:txBody>
      </p:sp>
      <p:sp>
        <p:nvSpPr>
          <p:cNvPr id="30" name="Text Placeholder 29"/>
          <p:cNvSpPr>
            <a:spLocks noGrp="1"/>
          </p:cNvSpPr>
          <p:nvPr>
            <p:ph type="body" idx="1"/>
          </p:nvPr>
        </p:nvSpPr>
        <p:spPr>
          <a:xfrm>
            <a:off x="457200" y="1110997"/>
            <a:ext cx="8229600" cy="3394472"/>
          </a:xfrm>
          <a:prstGeom prst="rect">
            <a:avLst/>
          </a:prstGeom>
        </p:spPr>
        <p:txBody>
          <a:bodyPr vert="horz">
            <a:normAutofit/>
          </a:bodyPr>
          <a:lstStyle>
            <a:extLst/>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0" name="Date Placeholder 9"/>
          <p:cNvSpPr>
            <a:spLocks noGrp="1"/>
          </p:cNvSpPr>
          <p:nvPr>
            <p:ph type="dt" sz="half" idx="2"/>
          </p:nvPr>
        </p:nvSpPr>
        <p:spPr>
          <a:xfrm>
            <a:off x="6727032" y="4805958"/>
            <a:ext cx="1920240" cy="274320"/>
          </a:xfrm>
          <a:prstGeom prst="rect">
            <a:avLst/>
          </a:prstGeom>
        </p:spPr>
        <p:txBody>
          <a:bodyPr vert="horz" anchor="b"/>
          <a:lstStyle>
            <a:lvl1pPr algn="l" eaLnBrk="1" latinLnBrk="0" hangingPunct="1">
              <a:defRPr kumimoji="0" sz="1000">
                <a:solidFill>
                  <a:schemeClr val="tx1"/>
                </a:solidFill>
              </a:defRPr>
            </a:lvl1pPr>
            <a:extLst/>
          </a:lstStyle>
          <a:p>
            <a:fld id="{C427D792-D507-4782-B694-DF0720701EE7}" type="datetimeFigureOut">
              <a:rPr lang="en-US" smtClean="0"/>
              <a:pPr/>
              <a:t>2/26/2019</a:t>
            </a:fld>
            <a:endParaRPr lang="en-US"/>
          </a:p>
        </p:txBody>
      </p:sp>
      <p:sp>
        <p:nvSpPr>
          <p:cNvPr id="22" name="Footer Placeholder 21"/>
          <p:cNvSpPr>
            <a:spLocks noGrp="1"/>
          </p:cNvSpPr>
          <p:nvPr>
            <p:ph type="ftr" sz="quarter" idx="3"/>
          </p:nvPr>
        </p:nvSpPr>
        <p:spPr>
          <a:xfrm>
            <a:off x="4380073" y="4805958"/>
            <a:ext cx="2350681" cy="273844"/>
          </a:xfrm>
          <a:prstGeom prst="rect">
            <a:avLst/>
          </a:prstGeom>
        </p:spPr>
        <p:txBody>
          <a:bodyPr vert="horz" anchor="b"/>
          <a:lstStyle>
            <a:lvl1pPr algn="r" eaLnBrk="1" latinLnBrk="0" hangingPunct="1">
              <a:defRPr kumimoji="0" sz="1000">
                <a:solidFill>
                  <a:schemeClr val="tx1"/>
                </a:solidFill>
              </a:defRPr>
            </a:lvl1pPr>
            <a:extLst/>
          </a:lstStyle>
          <a:p>
            <a:endParaRPr lang="en-US"/>
          </a:p>
        </p:txBody>
      </p:sp>
      <p:sp>
        <p:nvSpPr>
          <p:cNvPr id="18" name="Slide Number Placeholder 17"/>
          <p:cNvSpPr>
            <a:spLocks noGrp="1"/>
          </p:cNvSpPr>
          <p:nvPr>
            <p:ph type="sldNum" sz="quarter" idx="4"/>
          </p:nvPr>
        </p:nvSpPr>
        <p:spPr>
          <a:xfrm>
            <a:off x="8647272" y="4805958"/>
            <a:ext cx="365760" cy="273844"/>
          </a:xfrm>
          <a:prstGeom prst="rect">
            <a:avLst/>
          </a:prstGeom>
        </p:spPr>
        <p:txBody>
          <a:bodyPr vert="horz" anchor="b"/>
          <a:lstStyle>
            <a:lvl1pPr algn="r" eaLnBrk="1" latinLnBrk="0" hangingPunct="1">
              <a:defRPr kumimoji="0" sz="1000" b="0">
                <a:solidFill>
                  <a:schemeClr val="tx1"/>
                </a:solidFill>
              </a:defRPr>
            </a:lvl1pPr>
            <a:extLst/>
          </a:lstStyle>
          <a:p>
            <a:pPr marL="0" lvl="0" indent="0" algn="r" rtl="0">
              <a:spcBef>
                <a:spcPts val="0"/>
              </a:spcBef>
              <a:spcAft>
                <a:spcPts val="0"/>
              </a:spcAft>
              <a:buNone/>
            </a:pPr>
            <a:fld id="{00000000-1234-1234-1234-123412341234}" type="slidenum">
              <a:rPr lang="en" smtClean="0"/>
              <a:pPr marL="0" lvl="0" indent="0" algn="r" rtl="0">
                <a:spcBef>
                  <a:spcPts val="0"/>
                </a:spcBef>
                <a:spcAft>
                  <a:spcPts val="0"/>
                </a:spcAft>
                <a:buNone/>
              </a:pPr>
              <a:t>‹#›</a:t>
            </a:fld>
            <a:endParaRPr lang="en"/>
          </a:p>
        </p:txBody>
      </p:sp>
    </p:spTree>
  </p:cSld>
  <p:clrMap bg1="lt1" tx1="dk1" bg2="lt2" tx2="dk2" accent1="accent1" accent2="accent2" accent3="accent3" accent4="accent4" accent5="accent5" accent6="accent6" hlink="hlink" folHlink="folHlink"/>
  <p:sldLayoutIdLst>
    <p:sldLayoutId id="2147483908" r:id="rId1"/>
    <p:sldLayoutId id="2147483909" r:id="rId2"/>
    <p:sldLayoutId id="2147483910" r:id="rId3"/>
    <p:sldLayoutId id="2147483911" r:id="rId4"/>
    <p:sldLayoutId id="2147483912" r:id="rId5"/>
    <p:sldLayoutId id="2147483913" r:id="rId6"/>
    <p:sldLayoutId id="2147483914" r:id="rId7"/>
    <p:sldLayoutId id="2147483915" r:id="rId8"/>
    <p:sldLayoutId id="2147483916" r:id="rId9"/>
    <p:sldLayoutId id="2147483917" r:id="rId10"/>
    <p:sldLayoutId id="2147483918" r:id="rId11"/>
    <p:sldLayoutId id="2147483919" r:id="rId12"/>
  </p:sldLayoutIdLst>
  <p:hf sldNum="0" hdr="0" ftr="0" dt="0"/>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a:extLst/>
    </p:titleStyle>
    <p:bodyStyle>
      <a:lvl1pPr marL="365760" indent="-256032" algn="l" rtl="0" eaLnBrk="1" latinLnBrk="0" hangingPunct="1">
        <a:spcBef>
          <a:spcPts val="400"/>
        </a:spcBef>
        <a:spcAft>
          <a:spcPts val="0"/>
        </a:spcAft>
        <a:buClr>
          <a:schemeClr val="accent1"/>
        </a:buClr>
        <a:buSzPct val="68000"/>
        <a:buFont typeface="Wingdings 3"/>
        <a:buChar char=""/>
        <a:defRPr kumimoji="0" sz="2700" kern="1200">
          <a:solidFill>
            <a:schemeClr val="tx1"/>
          </a:solidFill>
          <a:latin typeface="+mn-lt"/>
          <a:ea typeface="+mn-ea"/>
          <a:cs typeface="+mn-cs"/>
        </a:defRPr>
      </a:lvl1pPr>
      <a:lvl2pPr marL="621792" indent="-228600" algn="l" rtl="0" eaLnBrk="1" latinLnBrk="0" hangingPunct="1">
        <a:spcBef>
          <a:spcPts val="324"/>
        </a:spcBef>
        <a:buClr>
          <a:schemeClr val="accent1"/>
        </a:buClr>
        <a:buFont typeface="Verdana"/>
        <a:buChar char="◦"/>
        <a:defRPr kumimoji="0" sz="2300" kern="1200">
          <a:solidFill>
            <a:schemeClr val="tx1"/>
          </a:solidFill>
          <a:latin typeface="+mn-lt"/>
          <a:ea typeface="+mn-ea"/>
          <a:cs typeface="+mn-cs"/>
        </a:defRPr>
      </a:lvl2pPr>
      <a:lvl3pPr marL="859536" indent="-228600" algn="l" rtl="0" eaLnBrk="1" latinLnBrk="0" hangingPunct="1">
        <a:spcBef>
          <a:spcPts val="350"/>
        </a:spcBef>
        <a:buClr>
          <a:schemeClr val="accent2"/>
        </a:buClr>
        <a:buSzPct val="100000"/>
        <a:buFont typeface="Wingdings 2"/>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a:buChar char=""/>
        <a:defRPr kumimoji="0" sz="16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3"/>
          <p:cNvSpPr txBox="1">
            <a:spLocks noGrp="1"/>
          </p:cNvSpPr>
          <p:nvPr>
            <p:ph type="ctr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t>Intelligent Safety System</a:t>
            </a:r>
            <a:endParaRPr dirty="0"/>
          </a:p>
        </p:txBody>
      </p:sp>
      <p:sp>
        <p:nvSpPr>
          <p:cNvPr id="135" name="Google Shape;135;p13"/>
          <p:cNvSpPr txBox="1">
            <a:spLocks noGrp="1"/>
          </p:cNvSpPr>
          <p:nvPr>
            <p:ph type="subTitle" idx="1"/>
          </p:nvPr>
        </p:nvSpPr>
        <p:spPr>
          <a:xfrm>
            <a:off x="5013434" y="2974428"/>
            <a:ext cx="3541216" cy="108697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smtClean="0"/>
              <a:t>Y.Apuroop: 1602-16-737-008</a:t>
            </a:r>
            <a:endParaRPr sz="1400" dirty="0"/>
          </a:p>
          <a:p>
            <a:pPr marL="0" lvl="0" indent="0" algn="l" rtl="0">
              <a:spcBef>
                <a:spcPts val="0"/>
              </a:spcBef>
              <a:spcAft>
                <a:spcPts val="0"/>
              </a:spcAft>
              <a:buNone/>
            </a:pPr>
            <a:r>
              <a:rPr lang="en" sz="1400" dirty="0" smtClean="0"/>
              <a:t>Mehraj      : 1602-16-737-024</a:t>
            </a:r>
            <a:endParaRPr sz="1400" dirty="0"/>
          </a:p>
          <a:p>
            <a:pPr marL="0" lvl="0" indent="0" algn="l" rtl="0">
              <a:spcBef>
                <a:spcPts val="0"/>
              </a:spcBef>
              <a:spcAft>
                <a:spcPts val="0"/>
              </a:spcAft>
              <a:buNone/>
            </a:pPr>
            <a:r>
              <a:rPr lang="en" sz="1400" dirty="0" smtClean="0"/>
              <a:t>P.Naresh   : 1602-16-737-025</a:t>
            </a:r>
            <a:endParaRPr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smtClean="0"/>
              <a:t>Problem Statement</a:t>
            </a:r>
            <a:endParaRPr sz="3000" dirty="0"/>
          </a:p>
        </p:txBody>
      </p:sp>
      <p:sp>
        <p:nvSpPr>
          <p:cNvPr id="153" name="Google Shape;153;p16"/>
          <p:cNvSpPr txBox="1">
            <a:spLocks noGrp="1"/>
          </p:cNvSpPr>
          <p:nvPr>
            <p:ph type="body" idx="1"/>
          </p:nvPr>
        </p:nvSpPr>
        <p:spPr>
          <a:xfrm>
            <a:off x="819806" y="1345324"/>
            <a:ext cx="7252139" cy="2827284"/>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Safety of women matters a lot whether at home, outside the home or working place.</a:t>
            </a: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According  to the statistics, highest rate of crime was recorded in Chennai in 2018 (around 4,037 incidents).</a:t>
            </a: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3,27,394 cases registered of against women in a year in India.</a:t>
            </a: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Delhi contributed to 52% of all the crimes against women in India in a year.</a:t>
            </a:r>
          </a:p>
          <a:p>
            <a:pPr marL="457200" lvl="0" indent="-317500" algn="l" rtl="0">
              <a:spcBef>
                <a:spcPts val="0"/>
              </a:spcBef>
              <a:spcAft>
                <a:spcPts val="0"/>
              </a:spcAft>
              <a:buSzPts val="1400"/>
              <a:buNone/>
            </a:pPr>
            <a:endParaRPr sz="1600" dirty="0">
              <a:latin typeface="Open Sans"/>
              <a:ea typeface="Open Sans"/>
              <a:cs typeface="Open Sans"/>
              <a:sym typeface="Open Sans"/>
            </a:endParaRPr>
          </a:p>
          <a:p>
            <a:pPr marL="45720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smtClean="0"/>
              <a:t>Problem Statement </a:t>
            </a:r>
            <a:endParaRPr sz="3000" dirty="0"/>
          </a:p>
        </p:txBody>
      </p:sp>
      <p:sp>
        <p:nvSpPr>
          <p:cNvPr id="153" name="Google Shape;153;p16"/>
          <p:cNvSpPr txBox="1">
            <a:spLocks noGrp="1"/>
          </p:cNvSpPr>
          <p:nvPr>
            <p:ph type="body" idx="1"/>
          </p:nvPr>
        </p:nvSpPr>
        <p:spPr>
          <a:xfrm>
            <a:off x="683172" y="1250732"/>
            <a:ext cx="7653228" cy="2806261"/>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Coming to robberies, over 400,000 robberies occurr each year.</a:t>
            </a:r>
          </a:p>
          <a:p>
            <a:pPr marL="457200" lvl="0" indent="-317500" algn="l" rtl="0">
              <a:spcBef>
                <a:spcPts val="0"/>
              </a:spcBef>
              <a:spcAft>
                <a:spcPts val="0"/>
              </a:spcAft>
              <a:buSzPts val="1400"/>
              <a:buNone/>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 With approximately 90% of them occuring in large metropolitan areas with dense populations.</a:t>
            </a: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Road Accident Statistics : over 1,37,000 people were killed in accidents in 2018 alone.</a:t>
            </a: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 sz="1600" dirty="0" smtClean="0">
                <a:latin typeface="Open Sans"/>
                <a:ea typeface="Open Sans"/>
                <a:cs typeface="Open Sans"/>
                <a:sym typeface="Open Sans"/>
              </a:rPr>
              <a:t>There </a:t>
            </a:r>
            <a:r>
              <a:rPr lang="en" sz="1600" dirty="0" smtClean="0">
                <a:latin typeface="Open Sans"/>
                <a:ea typeface="Open Sans"/>
                <a:cs typeface="Open Sans"/>
                <a:sym typeface="Open Sans"/>
              </a:rPr>
              <a:t>is one death every four minutes due to road </a:t>
            </a:r>
            <a:r>
              <a:rPr lang="en" sz="1600" dirty="0" smtClean="0">
                <a:latin typeface="Open Sans"/>
                <a:ea typeface="Open Sans"/>
                <a:cs typeface="Open Sans"/>
                <a:sym typeface="Open Sans"/>
              </a:rPr>
              <a:t>accidents </a:t>
            </a:r>
            <a:r>
              <a:rPr lang="en" sz="1600" dirty="0" smtClean="0">
                <a:latin typeface="Open Sans"/>
                <a:ea typeface="Open Sans"/>
                <a:cs typeface="Open Sans"/>
                <a:sym typeface="Open Sans"/>
              </a:rPr>
              <a:t>in India.</a:t>
            </a:r>
          </a:p>
          <a:p>
            <a:pPr marL="457200" lvl="0" indent="-317500" algn="l" rtl="0">
              <a:spcBef>
                <a:spcPts val="0"/>
              </a:spcBef>
              <a:spcAft>
                <a:spcPts val="0"/>
              </a:spcAft>
              <a:buSzPts val="1400"/>
              <a:buNone/>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lang="en" sz="1600" dirty="0" smtClean="0">
              <a:latin typeface="Open Sans"/>
              <a:ea typeface="Open Sans"/>
              <a:cs typeface="Open Sans"/>
              <a:sym typeface="Open Sans"/>
            </a:endParaRPr>
          </a:p>
          <a:p>
            <a:pPr marL="457200" lvl="0" indent="-317500" algn="l" rtl="0">
              <a:spcBef>
                <a:spcPts val="0"/>
              </a:spcBef>
              <a:spcAft>
                <a:spcPts val="0"/>
              </a:spcAft>
              <a:buSzPts val="1400"/>
              <a:buNone/>
            </a:pPr>
            <a:endParaRPr sz="1600" dirty="0">
              <a:latin typeface="Open Sans"/>
              <a:ea typeface="Open Sans"/>
              <a:cs typeface="Open Sans"/>
              <a:sym typeface="Open Sans"/>
            </a:endParaRPr>
          </a:p>
          <a:p>
            <a:pPr marL="45720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47714" cy="678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smtClean="0"/>
              <a:t>Objectives – Use cases or stories</a:t>
            </a:r>
            <a:br>
              <a:rPr lang="en" sz="3000" dirty="0" smtClean="0"/>
            </a:br>
            <a:r>
              <a:rPr lang="en" sz="3000" dirty="0" smtClean="0"/>
              <a:t>                </a:t>
            </a:r>
            <a:r>
              <a:rPr lang="en" sz="3000" dirty="0"/>
              <a:t>	</a:t>
            </a:r>
            <a:endParaRPr sz="3000" dirty="0"/>
          </a:p>
        </p:txBody>
      </p:sp>
      <p:sp>
        <p:nvSpPr>
          <p:cNvPr id="153" name="Google Shape;153;p16"/>
          <p:cNvSpPr txBox="1">
            <a:spLocks noGrp="1"/>
          </p:cNvSpPr>
          <p:nvPr>
            <p:ph type="body" idx="1"/>
          </p:nvPr>
        </p:nvSpPr>
        <p:spPr>
          <a:xfrm>
            <a:off x="1135117" y="1229710"/>
            <a:ext cx="7041931" cy="3069021"/>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Open Sans"/>
              <a:buChar char="●"/>
            </a:pPr>
            <a:r>
              <a:rPr lang="en-US" sz="2400" b="1" u="sng" dirty="0" smtClean="0">
                <a:latin typeface="Open Sans"/>
                <a:ea typeface="Open Sans"/>
                <a:cs typeface="Open Sans"/>
                <a:sym typeface="Open Sans"/>
              </a:rPr>
              <a:t>User Case – 1</a:t>
            </a:r>
          </a:p>
          <a:p>
            <a:pPr marL="457200" lvl="0" indent="-317500" algn="l" rtl="0">
              <a:spcBef>
                <a:spcPts val="0"/>
              </a:spcBef>
              <a:spcAft>
                <a:spcPts val="0"/>
              </a:spcAft>
              <a:buSzPts val="1400"/>
              <a:buFont typeface="Open Sans"/>
              <a:buChar char="●"/>
            </a:pPr>
            <a:endParaRPr lang="en-US" sz="2400" b="1" u="sng"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lang="en-US" sz="2400" b="1" u="sng"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US" sz="1800" dirty="0" smtClean="0">
                <a:latin typeface="Open Sans"/>
                <a:ea typeface="Open Sans"/>
                <a:cs typeface="Open Sans"/>
                <a:sym typeface="Open Sans"/>
              </a:rPr>
              <a:t>Sending default message – When you feel unsafe or you find someone stalking you , By clicking a button a default message will be sent to the previous define number.</a:t>
            </a:r>
          </a:p>
          <a:p>
            <a:pPr marL="457200" lvl="0" indent="-317500" algn="l" rtl="0">
              <a:spcBef>
                <a:spcPts val="0"/>
              </a:spcBef>
              <a:spcAft>
                <a:spcPts val="0"/>
              </a:spcAft>
              <a:buSzPts val="1400"/>
              <a:buFont typeface="Open Sans"/>
              <a:buChar char="●"/>
            </a:pPr>
            <a:endParaRPr lang="en-US" sz="24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sz="1600" dirty="0">
              <a:latin typeface="Open Sans"/>
              <a:ea typeface="Open Sans"/>
              <a:cs typeface="Open Sans"/>
              <a:sym typeface="Open Sans"/>
            </a:endParaRPr>
          </a:p>
          <a:p>
            <a:pPr marL="45720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47714" cy="678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smtClean="0"/>
              <a:t/>
            </a:r>
            <a:br>
              <a:rPr lang="en" sz="3000" dirty="0" smtClean="0"/>
            </a:br>
            <a:r>
              <a:rPr lang="en" sz="3000" dirty="0" smtClean="0"/>
              <a:t>                </a:t>
            </a:r>
            <a:r>
              <a:rPr lang="en" sz="3000" dirty="0"/>
              <a:t>	</a:t>
            </a:r>
            <a:endParaRPr sz="3000" dirty="0"/>
          </a:p>
        </p:txBody>
      </p:sp>
      <p:sp>
        <p:nvSpPr>
          <p:cNvPr id="153" name="Google Shape;153;p16"/>
          <p:cNvSpPr txBox="1">
            <a:spLocks noGrp="1"/>
          </p:cNvSpPr>
          <p:nvPr>
            <p:ph type="body" idx="1"/>
          </p:nvPr>
        </p:nvSpPr>
        <p:spPr>
          <a:xfrm>
            <a:off x="1103587" y="620110"/>
            <a:ext cx="7073462" cy="3678621"/>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Open Sans"/>
              <a:buChar char="●"/>
            </a:pPr>
            <a:r>
              <a:rPr lang="en-US" sz="2400" b="1" u="sng" dirty="0" smtClean="0">
                <a:latin typeface="Open Sans"/>
                <a:ea typeface="Open Sans"/>
                <a:cs typeface="Open Sans"/>
                <a:sym typeface="Open Sans"/>
              </a:rPr>
              <a:t>User Case – 2</a:t>
            </a:r>
          </a:p>
          <a:p>
            <a:pPr marL="457200" lvl="0" indent="-317500" algn="l" rtl="0">
              <a:spcBef>
                <a:spcPts val="0"/>
              </a:spcBef>
              <a:spcAft>
                <a:spcPts val="0"/>
              </a:spcAft>
              <a:buSzPts val="1400"/>
              <a:buFont typeface="Open Sans"/>
              <a:buChar char="●"/>
            </a:pPr>
            <a:endParaRPr lang="en-US" sz="2400" b="1" u="sng"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US" sz="1800" dirty="0" smtClean="0">
                <a:latin typeface="Open Sans"/>
                <a:ea typeface="Open Sans"/>
                <a:cs typeface="Open Sans"/>
                <a:sym typeface="Open Sans"/>
              </a:rPr>
              <a:t>When we are in an emergency situation (like being followed by stranger) we can make a phone call.</a:t>
            </a:r>
          </a:p>
          <a:p>
            <a:pPr marL="457200" lvl="0" indent="-317500" algn="l" rtl="0">
              <a:spcBef>
                <a:spcPts val="0"/>
              </a:spcBef>
              <a:spcAft>
                <a:spcPts val="0"/>
              </a:spcAft>
              <a:buSzPts val="1400"/>
              <a:buFont typeface="Open Sans"/>
              <a:buChar char="●"/>
            </a:pPr>
            <a:endParaRPr lang="en-US" sz="18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US" sz="1800" dirty="0" smtClean="0">
                <a:latin typeface="Open Sans"/>
                <a:ea typeface="Open Sans"/>
                <a:cs typeface="Open Sans"/>
                <a:sym typeface="Open Sans"/>
              </a:rPr>
              <a:t>Three numbers are stored based on the basis of priority as saved by the user.</a:t>
            </a:r>
          </a:p>
          <a:p>
            <a:pPr marL="457200" lvl="0" indent="-317500" algn="l" rtl="0">
              <a:spcBef>
                <a:spcPts val="0"/>
              </a:spcBef>
              <a:spcAft>
                <a:spcPts val="0"/>
              </a:spcAft>
              <a:buSzPts val="1400"/>
              <a:buNone/>
            </a:pPr>
            <a:r>
              <a:rPr lang="en-US" sz="2400" b="1" u="sng" dirty="0" smtClean="0">
                <a:latin typeface="Open Sans"/>
                <a:ea typeface="Open Sans"/>
                <a:cs typeface="Open Sans"/>
                <a:sym typeface="Open Sans"/>
              </a:rPr>
              <a:t> </a:t>
            </a:r>
            <a:endParaRPr lang="en-US" sz="18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lang="en-US" sz="24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sz="1600" dirty="0">
              <a:latin typeface="Open Sans"/>
              <a:ea typeface="Open Sans"/>
              <a:cs typeface="Open Sans"/>
              <a:sym typeface="Open Sans"/>
            </a:endParaRPr>
          </a:p>
          <a:p>
            <a:pPr marL="45720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6"/>
          <p:cNvSpPr txBox="1">
            <a:spLocks noGrp="1"/>
          </p:cNvSpPr>
          <p:nvPr>
            <p:ph type="title"/>
          </p:nvPr>
        </p:nvSpPr>
        <p:spPr>
          <a:xfrm>
            <a:off x="1297500" y="393750"/>
            <a:ext cx="7047714" cy="67830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smtClean="0"/>
              <a:t/>
            </a:r>
            <a:br>
              <a:rPr lang="en" sz="3000" dirty="0" smtClean="0"/>
            </a:br>
            <a:r>
              <a:rPr lang="en" sz="3000" dirty="0" smtClean="0"/>
              <a:t>                </a:t>
            </a:r>
            <a:r>
              <a:rPr lang="en" sz="3000" dirty="0"/>
              <a:t>	</a:t>
            </a:r>
            <a:endParaRPr sz="3000" dirty="0"/>
          </a:p>
        </p:txBody>
      </p:sp>
      <p:sp>
        <p:nvSpPr>
          <p:cNvPr id="153" name="Google Shape;153;p16"/>
          <p:cNvSpPr txBox="1">
            <a:spLocks noGrp="1"/>
          </p:cNvSpPr>
          <p:nvPr>
            <p:ph type="body" idx="1"/>
          </p:nvPr>
        </p:nvSpPr>
        <p:spPr>
          <a:xfrm>
            <a:off x="1030014" y="683172"/>
            <a:ext cx="7147034" cy="3615559"/>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Font typeface="Open Sans"/>
              <a:buChar char="●"/>
            </a:pPr>
            <a:r>
              <a:rPr lang="en-US" sz="2400" b="1" u="sng" dirty="0" smtClean="0">
                <a:latin typeface="Open Sans"/>
                <a:ea typeface="Open Sans"/>
                <a:cs typeface="Open Sans"/>
                <a:sym typeface="Open Sans"/>
              </a:rPr>
              <a:t>User Case – 3</a:t>
            </a:r>
          </a:p>
          <a:p>
            <a:pPr marL="457200" lvl="0" indent="-317500" algn="l" rtl="0">
              <a:spcBef>
                <a:spcPts val="0"/>
              </a:spcBef>
              <a:spcAft>
                <a:spcPts val="0"/>
              </a:spcAft>
              <a:buSzPts val="1400"/>
              <a:buFont typeface="Open Sans"/>
              <a:buChar char="●"/>
            </a:pPr>
            <a:endParaRPr lang="en-US" sz="2400" b="1" u="sng"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US" sz="1800" dirty="0" smtClean="0">
                <a:latin typeface="Open Sans"/>
                <a:ea typeface="Open Sans"/>
                <a:cs typeface="Open Sans"/>
                <a:sym typeface="Open Sans"/>
              </a:rPr>
              <a:t>The basic aim is to develop a low cost solution of GPS based tracking system which can be applied to various domains  like during </a:t>
            </a:r>
            <a:r>
              <a:rPr lang="en-US" sz="1800" dirty="0" err="1" smtClean="0">
                <a:latin typeface="Open Sans"/>
                <a:ea typeface="Open Sans"/>
                <a:cs typeface="Open Sans"/>
                <a:sym typeface="Open Sans"/>
              </a:rPr>
              <a:t>accidents,robbery,murder</a:t>
            </a:r>
            <a:r>
              <a:rPr lang="en-US" sz="1800" dirty="0" smtClean="0">
                <a:latin typeface="Open Sans"/>
                <a:ea typeface="Open Sans"/>
                <a:cs typeface="Open Sans"/>
                <a:sym typeface="Open Sans"/>
              </a:rPr>
              <a:t> etc.</a:t>
            </a:r>
          </a:p>
          <a:p>
            <a:pPr marL="457200" lvl="0" indent="-317500" algn="l" rtl="0">
              <a:spcBef>
                <a:spcPts val="0"/>
              </a:spcBef>
              <a:spcAft>
                <a:spcPts val="0"/>
              </a:spcAft>
              <a:buSzPts val="1400"/>
              <a:buFont typeface="Open Sans"/>
              <a:buChar char="●"/>
            </a:pPr>
            <a:endParaRPr lang="en-US" sz="18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r>
              <a:rPr lang="en-US" sz="1800" dirty="0" smtClean="0">
                <a:latin typeface="Open Sans"/>
                <a:ea typeface="Open Sans"/>
                <a:cs typeface="Open Sans"/>
                <a:sym typeface="Open Sans"/>
              </a:rPr>
              <a:t>The main objective of the system is to share the current location of the person, without texting address or guiding through phone so that people can reach the location in less time.</a:t>
            </a:r>
          </a:p>
          <a:p>
            <a:pPr marL="457200" lvl="0" indent="-317500" algn="l" rtl="0">
              <a:spcBef>
                <a:spcPts val="0"/>
              </a:spcBef>
              <a:spcAft>
                <a:spcPts val="0"/>
              </a:spcAft>
              <a:buSzPts val="1400"/>
              <a:buFont typeface="Open Sans"/>
              <a:buChar char="●"/>
            </a:pPr>
            <a:endParaRPr lang="en-US" sz="2400" b="1" u="sng" dirty="0" smtClean="0">
              <a:latin typeface="Open Sans"/>
              <a:ea typeface="Open Sans"/>
              <a:cs typeface="Open Sans"/>
              <a:sym typeface="Open Sans"/>
            </a:endParaRPr>
          </a:p>
          <a:p>
            <a:pPr marL="457200" lvl="0" indent="-317500" algn="l" rtl="0">
              <a:spcBef>
                <a:spcPts val="0"/>
              </a:spcBef>
              <a:spcAft>
                <a:spcPts val="0"/>
              </a:spcAft>
              <a:buSzPts val="1400"/>
              <a:buNone/>
            </a:pPr>
            <a:endParaRPr lang="en-US" sz="2400" dirty="0" smtClean="0">
              <a:latin typeface="Open Sans"/>
              <a:ea typeface="Open Sans"/>
              <a:cs typeface="Open Sans"/>
              <a:sym typeface="Open Sans"/>
            </a:endParaRPr>
          </a:p>
          <a:p>
            <a:pPr marL="457200" lvl="0" indent="-317500" algn="l" rtl="0">
              <a:spcBef>
                <a:spcPts val="0"/>
              </a:spcBef>
              <a:spcAft>
                <a:spcPts val="0"/>
              </a:spcAft>
              <a:buSzPts val="1400"/>
              <a:buFont typeface="Open Sans"/>
              <a:buChar char="●"/>
            </a:pPr>
            <a:endParaRPr sz="1600" dirty="0">
              <a:latin typeface="Open Sans"/>
              <a:ea typeface="Open Sans"/>
              <a:cs typeface="Open Sans"/>
              <a:sym typeface="Open Sans"/>
            </a:endParaRPr>
          </a:p>
          <a:p>
            <a:pPr marL="45720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7"/>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000" dirty="0"/>
              <a:t>Technologies </a:t>
            </a:r>
            <a:r>
              <a:rPr lang="en" sz="3000" dirty="0" smtClean="0"/>
              <a:t> used</a:t>
            </a:r>
            <a:r>
              <a:rPr lang="en" sz="3000" dirty="0"/>
              <a:t>	</a:t>
            </a:r>
            <a:endParaRPr sz="3000" dirty="0"/>
          </a:p>
        </p:txBody>
      </p:sp>
      <p:sp>
        <p:nvSpPr>
          <p:cNvPr id="159" name="Google Shape;159;p17"/>
          <p:cNvSpPr txBox="1">
            <a:spLocks noGrp="1"/>
          </p:cNvSpPr>
          <p:nvPr>
            <p:ph type="body" idx="1"/>
          </p:nvPr>
        </p:nvSpPr>
        <p:spPr>
          <a:xfrm>
            <a:off x="872360" y="1334814"/>
            <a:ext cx="6421820" cy="2774731"/>
          </a:xfrm>
          <a:prstGeom prst="rect">
            <a:avLst/>
          </a:prstGeom>
        </p:spPr>
        <p:txBody>
          <a:bodyPr spcFirstLastPara="1" wrap="square" lIns="91425" tIns="91425" rIns="91425" bIns="91425" anchor="t" anchorCtr="0">
            <a:noAutofit/>
          </a:bodyPr>
          <a:lstStyle/>
          <a:p>
            <a:pPr marL="457200" lvl="0" indent="-311150" algn="l" rtl="0">
              <a:spcBef>
                <a:spcPts val="0"/>
              </a:spcBef>
              <a:spcAft>
                <a:spcPts val="0"/>
              </a:spcAft>
              <a:buSzPts val="1300"/>
              <a:buFont typeface="Open Sans"/>
              <a:buChar char="●"/>
            </a:pPr>
            <a:r>
              <a:rPr lang="en" sz="1400" dirty="0">
                <a:latin typeface="Open Sans"/>
                <a:ea typeface="Open Sans"/>
                <a:cs typeface="Open Sans"/>
                <a:sym typeface="Open Sans"/>
              </a:rPr>
              <a:t>The whole application will be implemented in </a:t>
            </a:r>
            <a:r>
              <a:rPr lang="en" sz="2400" b="1" dirty="0" smtClean="0">
                <a:latin typeface="Open Sans"/>
                <a:ea typeface="Open Sans"/>
                <a:cs typeface="Open Sans"/>
                <a:sym typeface="Open Sans"/>
              </a:rPr>
              <a:t>Java</a:t>
            </a:r>
            <a:r>
              <a:rPr lang="en" sz="1800" b="1" dirty="0" smtClean="0">
                <a:latin typeface="Open Sans"/>
                <a:ea typeface="Open Sans"/>
                <a:cs typeface="Open Sans"/>
                <a:sym typeface="Open Sans"/>
              </a:rPr>
              <a:t> </a:t>
            </a:r>
            <a:r>
              <a:rPr lang="en" sz="1400" dirty="0" smtClean="0">
                <a:latin typeface="Open Sans"/>
                <a:ea typeface="Open Sans"/>
                <a:cs typeface="Open Sans"/>
                <a:sym typeface="Open Sans"/>
              </a:rPr>
              <a:t>as </a:t>
            </a:r>
            <a:r>
              <a:rPr lang="en" sz="1400" dirty="0">
                <a:latin typeface="Open Sans"/>
                <a:ea typeface="Open Sans"/>
                <a:cs typeface="Open Sans"/>
                <a:sym typeface="Open Sans"/>
              </a:rPr>
              <a:t>the </a:t>
            </a:r>
            <a:r>
              <a:rPr lang="en" sz="1400" dirty="0" smtClean="0">
                <a:latin typeface="Open Sans"/>
                <a:ea typeface="Open Sans"/>
                <a:cs typeface="Open Sans"/>
                <a:sym typeface="Open Sans"/>
              </a:rPr>
              <a:t>backend.</a:t>
            </a:r>
          </a:p>
          <a:p>
            <a:pPr marL="457200" lvl="0" indent="-311150" algn="l" rtl="0">
              <a:spcBef>
                <a:spcPts val="0"/>
              </a:spcBef>
              <a:spcAft>
                <a:spcPts val="0"/>
              </a:spcAft>
              <a:buSzPts val="1300"/>
              <a:buNone/>
            </a:pPr>
            <a:endParaRPr sz="1400" dirty="0">
              <a:latin typeface="Open Sans"/>
              <a:ea typeface="Open Sans"/>
              <a:cs typeface="Open Sans"/>
              <a:sym typeface="Open Sans"/>
            </a:endParaRPr>
          </a:p>
          <a:p>
            <a:pPr marL="457200" lvl="0" indent="-342900" algn="l" rtl="0">
              <a:spcBef>
                <a:spcPts val="1600"/>
              </a:spcBef>
              <a:spcAft>
                <a:spcPts val="0"/>
              </a:spcAft>
              <a:buSzPts val="1800"/>
              <a:buFont typeface="Open Sans"/>
              <a:buChar char="●"/>
            </a:pPr>
            <a:r>
              <a:rPr lang="en" sz="2400" b="1" dirty="0" smtClean="0">
                <a:latin typeface="Open Sans"/>
                <a:ea typeface="Open Sans"/>
                <a:cs typeface="Open Sans"/>
                <a:sym typeface="Open Sans"/>
              </a:rPr>
              <a:t>XML</a:t>
            </a:r>
            <a:r>
              <a:rPr lang="en" sz="1800" b="1" dirty="0" smtClean="0">
                <a:latin typeface="Open Sans"/>
                <a:ea typeface="Open Sans"/>
                <a:cs typeface="Open Sans"/>
                <a:sym typeface="Open Sans"/>
              </a:rPr>
              <a:t> </a:t>
            </a:r>
            <a:r>
              <a:rPr lang="en" sz="1400" dirty="0" smtClean="0">
                <a:latin typeface="Open Sans"/>
                <a:ea typeface="Open Sans"/>
                <a:cs typeface="Open Sans"/>
                <a:sym typeface="Open Sans"/>
              </a:rPr>
              <a:t>for frontend development.</a:t>
            </a:r>
            <a:endParaRPr sz="1400" dirty="0">
              <a:latin typeface="Open Sans"/>
              <a:ea typeface="Open Sans"/>
              <a:cs typeface="Open Sans"/>
              <a:sym typeface="Open Sans"/>
            </a:endParaRPr>
          </a:p>
          <a:p>
            <a:pPr marL="457200" lvl="0" indent="0" algn="l" rtl="0">
              <a:spcBef>
                <a:spcPts val="1600"/>
              </a:spcBef>
              <a:spcAft>
                <a:spcPts val="0"/>
              </a:spcAft>
              <a:buNone/>
            </a:pPr>
            <a:endParaRPr sz="1400" dirty="0">
              <a:latin typeface="Open Sans"/>
              <a:ea typeface="Open Sans"/>
              <a:cs typeface="Open Sans"/>
              <a:sym typeface="Open Sans"/>
            </a:endParaRPr>
          </a:p>
          <a:p>
            <a:pPr marL="457200" lvl="0" indent="-317500" algn="l" rtl="0">
              <a:spcBef>
                <a:spcPts val="1600"/>
              </a:spcBef>
              <a:spcAft>
                <a:spcPts val="0"/>
              </a:spcAft>
              <a:buSzPts val="1400"/>
              <a:buFont typeface="Open Sans"/>
              <a:buChar char="●"/>
            </a:pPr>
            <a:r>
              <a:rPr lang="en" sz="2400" b="1" dirty="0" smtClean="0">
                <a:latin typeface="Open Sans"/>
                <a:ea typeface="Open Sans"/>
                <a:cs typeface="Open Sans"/>
                <a:sym typeface="Open Sans"/>
              </a:rPr>
              <a:t>Sqlite</a:t>
            </a:r>
            <a:r>
              <a:rPr lang="en" sz="1800" b="1" dirty="0" smtClean="0">
                <a:latin typeface="Open Sans"/>
                <a:ea typeface="Open Sans"/>
                <a:cs typeface="Open Sans"/>
                <a:sym typeface="Open Sans"/>
              </a:rPr>
              <a:t> </a:t>
            </a:r>
            <a:r>
              <a:rPr lang="en" sz="1400" dirty="0">
                <a:latin typeface="Open Sans"/>
                <a:ea typeface="Open Sans"/>
                <a:cs typeface="Open Sans"/>
                <a:sym typeface="Open Sans"/>
              </a:rPr>
              <a:t>to store </a:t>
            </a:r>
            <a:r>
              <a:rPr lang="en" sz="1400" dirty="0" smtClean="0">
                <a:latin typeface="Open Sans"/>
                <a:ea typeface="Open Sans"/>
                <a:cs typeface="Open Sans"/>
                <a:sym typeface="Open Sans"/>
              </a:rPr>
              <a:t>the </a:t>
            </a:r>
            <a:r>
              <a:rPr lang="en" sz="1400" dirty="0">
                <a:latin typeface="Open Sans"/>
                <a:ea typeface="Open Sans"/>
                <a:cs typeface="Open Sans"/>
                <a:sym typeface="Open Sans"/>
              </a:rPr>
              <a:t>details of the </a:t>
            </a:r>
            <a:r>
              <a:rPr lang="en" sz="1400" dirty="0" smtClean="0">
                <a:latin typeface="Open Sans"/>
                <a:ea typeface="Open Sans"/>
                <a:cs typeface="Open Sans"/>
                <a:sym typeface="Open Sans"/>
              </a:rPr>
              <a:t>users.</a:t>
            </a:r>
            <a:endParaRPr sz="1400" dirty="0">
              <a:latin typeface="Open Sans"/>
              <a:ea typeface="Open Sans"/>
              <a:cs typeface="Open Sans"/>
              <a:sym typeface="Open Sans"/>
            </a:endParaRPr>
          </a:p>
          <a:p>
            <a:pPr marL="0" lvl="0" indent="0" algn="l" rtl="0">
              <a:spcBef>
                <a:spcPts val="1600"/>
              </a:spcBef>
              <a:spcAft>
                <a:spcPts val="1600"/>
              </a:spcAft>
              <a:buNone/>
            </a:pPr>
            <a:endParaRPr sz="1400" dirty="0">
              <a:latin typeface="Open Sans"/>
              <a:ea typeface="Open Sans"/>
              <a:cs typeface="Open Sans"/>
              <a:sym typeface="Open Sans"/>
            </a:endParaRP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oncourse">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Concourse">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minorFont>
    </a:fontScheme>
    <a:fmtScheme name="Concourse">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65000" b="980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Concourse</Template>
  <TotalTime>168</TotalTime>
  <Words>314</Words>
  <Application>Microsoft Office PowerPoint</Application>
  <PresentationFormat>On-screen Show (16:9)</PresentationFormat>
  <Paragraphs>51</Paragraphs>
  <Slides>7</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Arial</vt:lpstr>
      <vt:lpstr>Lucida Sans Unicode</vt:lpstr>
      <vt:lpstr>Wingdings 3</vt:lpstr>
      <vt:lpstr>Open Sans</vt:lpstr>
      <vt:lpstr>Verdana</vt:lpstr>
      <vt:lpstr>Wingdings 2</vt:lpstr>
      <vt:lpstr>Concourse</vt:lpstr>
      <vt:lpstr>Intelligent Safety System</vt:lpstr>
      <vt:lpstr>Problem Statement</vt:lpstr>
      <vt:lpstr>Problem Statement </vt:lpstr>
      <vt:lpstr>Objectives – Use cases or stories                  </vt:lpstr>
      <vt:lpstr>                  </vt:lpstr>
      <vt:lpstr>                  </vt:lpstr>
      <vt:lpstr>Technologies  used </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Safety System</dc:title>
  <cp:lastModifiedBy>ADMIN</cp:lastModifiedBy>
  <cp:revision>27</cp:revision>
  <dcterms:modified xsi:type="dcterms:W3CDTF">2019-02-26T16:35:25Z</dcterms:modified>
</cp:coreProperties>
</file>